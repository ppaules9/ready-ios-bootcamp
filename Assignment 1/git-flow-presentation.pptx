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Git Flow &amp; Branching Models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 Comprehensive Guide to Version Control Strategies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Understanding Git Flow, GitHub Flow, and Modern Branching Patterns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What is Git Flow?
</a:t>
            </a:r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Main Branches: Master and Develop
</a:t>
            </a:r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Supporting Branches: Feature, Release, and Hotfix
</a:t>
            </a:r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Real-World Examples and Commands
</a:t>
            </a:r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Visual Git Flow Diagrams
</a:t>
            </a:r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Alternative Branching Models
</a:t>
            </a:r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Choosing the Right Model for Your Team
</a:t>
            </a:r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FFFFFF"/>
                </a:solidFill>
              </a:rPr>
              <a:t>• Best Practices and Common Pitfalls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What is Git Flow?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Git Flow is a branching model designed by Vincent Driessen in 2010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solidFill>
            <a:srgbClr val="F18F01">
              <a:alpha val="20000"/>
            </a:srgbClr>
          </a:solidFill>
          <a:ln w="25400">
            <a:solidFill>
              <a:srgbClr val="F18F0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Think of it as traffic rules for your code - helping teams work together smoothly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Structured approach to managing code branches
</a:t>
            </a:r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Clear roles for different branch types
</a:t>
            </a:r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Defined workflows for feature development and releases
</a:t>
            </a:r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Supports parallel development by multiple team members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The Two Main Branches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MASTER / MAIN Branch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Production-ready code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Always stable and deployable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Tagged with version numbers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DEVELOP Branch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0" y="1828800"/>
            <a:ext cx="3657600" cy="0"/>
          </a:xfrm>
          <a:prstGeom prst="line">
            <a:avLst/>
          </a:prstGeom>
          <a:noFill/>
          <a:ln w="38100">
            <a:solidFill>
              <a:srgbClr val="90EE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20116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Latest development changes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Integration branch for features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Base for new feature branches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Feature Branches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Where developers spend most of their time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solidFill>
            <a:srgbClr val="1A1A2E">
              <a:alpha val="9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feature branch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feature/user-login develop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Work on feature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login.js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"Add user login functionality"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 back to develop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develop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--no-ff feature/user-login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Release Branches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Prepare code for production while development continues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solidFill>
            <a:srgbClr val="1A1A2E">
              <a:alpha val="9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release branch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release/1.0.0 develop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 bugs and update version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"1.0.0" &gt; version.txt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"Bump version to 1.0.0"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 to master and tag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--no-ff release/1.0.0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-a 1.0.0 -m "Release version 1.0.0"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Hotfix Branches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6C1"/>
                </a:solidFill>
              </a:rPr>
              <a:t>🔥 Emergency fixes for production issues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2286000"/>
          </a:xfrm>
          <a:prstGeom prst="rect">
            <a:avLst/>
          </a:prstGeom>
          <a:solidFill>
            <a:srgbClr val="1A1A2E">
              <a:alpha val="9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Critical bug in production!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hotfix/1.0.1 master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Fix the bug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critical-fix.js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"Fix payment processing error"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 to master and tag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master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--no-ff hotfix/1.0.1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-a 1.0.1 -m "Hotfix version 1.0.1"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Complete Git Flow Visualization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Principles: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Features branch from and merge to develop
</a:t>
            </a:r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Releases bridge develop to master
</a:t>
            </a:r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Hotfixes are the only branches touching master directly
</a:t>
            </a:r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All temporary branches are deleted after merging
</a:t>
            </a:r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The flow is always forward - no going backwards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Alternative Branching Models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Beyond Git Flow: Modern Approaches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GitHub Flow - Simplicity First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How it works: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Only main + feature branches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Deploy from main immediately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Pull requests for code review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Continuous deployment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Best for: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Web applications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SaaS products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Small to medium teams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Frequent deployments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18F01">
              <a:alpha val="20000"/>
            </a:srgbClr>
          </a:solidFill>
          <a:ln w="25400">
            <a:solidFill>
              <a:srgbClr val="F18F0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GitHub itself uses this model - simplicity at scale!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GitLab Flow - Environment Based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Environment branches track deployments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solidFill>
            <a:srgbClr val="1A1A2E">
              <a:alpha val="9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development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feature/dashboard main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 to main (auto-deploys to staging)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feature/dashboard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testing, promote to production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production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main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Perfect for: Enterprise applications with compliance requirements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Trunk-Based Development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Extreme simplicity - One branch to rule them all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0EE90"/>
                </a:solidFill>
              </a:rPr>
              <a:t>✅ Advantages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No merge conflicts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Fastest deployment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Continuous integration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6C1"/>
                </a:solidFill>
              </a:rPr>
              <a:t>⚠️ Requires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24688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Experienced team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Excellent tests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Feature flags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Used by: Google, Facebook, Netflix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Comparing Branching Models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Speed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Git Flow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Versioned releases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Slow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GitHub Flow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Continuous deploy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Fast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GitLab Flow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Multiple envs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Trunk-Based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Low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Continuous deploy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Very Fast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Choosing the Right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8F01"/>
                </a:solidFill>
              </a:rPr>
              <a:t>There's no "best" model - only the best for your situation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Example Decisions: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Startup (5 devs, daily deploys) → GitHub Flow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Enterprise (50 devs, quarterly releases) → Git Flow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E-commerce (staging required) → GitLab Flow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Tech Giant (experienced team) → Trunk-Based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Best Practices &amp; Tips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0EE90"/>
                </a:solidFill>
              </a:rPr>
              <a:t>✅ DO: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Use descriptive branch names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Delete branches after merging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Use --no-ff for merge commits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Tag releases consistently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Document your workflow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6C1"/>
                </a:solidFill>
              </a:rPr>
              <a:t>❌ DON'T: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Work directly on master/main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Keep long-lived feature branches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Skip code reviews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Mix different workflows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• Leave old branches around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18F01">
              <a:alpha val="20000"/>
            </a:srgbClr>
          </a:solidFill>
          <a:ln w="25400">
            <a:solidFill>
              <a:srgbClr val="F18F0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💡 Golden Rule: Everyone must follow the same model consistently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64BA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Git Flow provides structure for complex projects
</a:t>
            </a:r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branches are permanent, supporting branches are temporary
</a:t>
            </a:r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Feature branches enable parallel development
</a:t>
            </a:r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Alternative models exist for different needs
</a:t>
            </a:r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Team size, release frequency, and project type determine the best model
</a:t>
            </a:r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Start simple and evolve as your team grows
</a:t>
            </a:r>
            <a:pPr indent="0" marL="0">
              <a:lnSpc>
                <a:spcPts val="32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Consistency is more important than perfection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You!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3474720"/>
            <a:ext cx="5486400" cy="1371600"/>
          </a:xfrm>
          <a:prstGeom prst="rect">
            <a:avLst/>
          </a:prstGeom>
          <a:solidFill>
            <a:srgbClr val="1A1A2E">
              <a:alpha val="80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356616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Quick Reference Commands: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feature/name develop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--no-ff feature/name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-a 1.0.0 -m "Release"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Flow &amp; Branching Models</dc:title>
  <dc:subject>Version Control Strategies</dc:subject>
  <dc:creator>Development Team</dc:creator>
  <cp:lastModifiedBy>Development Team</cp:lastModifiedBy>
  <cp:revision>1</cp:revision>
  <dcterms:created xsi:type="dcterms:W3CDTF">2025-12-02T14:32:18Z</dcterms:created>
  <dcterms:modified xsi:type="dcterms:W3CDTF">2025-12-02T14:32:18Z</dcterms:modified>
</cp:coreProperties>
</file>